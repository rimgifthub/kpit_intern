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A4A"/>
                </a:solidFill>
              </a:defRPr>
            </a:pPr>
            <a:r>
              <a:t>Jira Ticket Quality and Duplicate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71B5"/>
                </a:solidFill>
              </a:defRPr>
            </a:pPr>
            <a:r>
              <a:t>Final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Assess the completeness and rule compliance of exported Jira tickets.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Identify likely duplicate tickets using only historical tickets.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Produce clear terminal feedback and an Excel report for reviewers.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Input: Jira export workbook.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Validation: modular checks in checks/validators.py.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Duplicate analysis: date-aware candidate selection and text similarity.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Reporting: quality KPIs, selected ticket, and similarity report in Excel.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Validation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WARNING: information is missing or needs review; the ticket remains valid.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ERROR: a required rule is not respected; the ticket is Not Valid.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Class_002 requires Label_017 or Label_008; violations are errors.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Closed tickets require a valid resolution; missing resolution is an error.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Duplicate-analysis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Only tickets created before the selected ticket are compared.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 missing or invalid creation date stops duplicate analysis explicitly.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The report records NOT ANALYSED with the reason instead of implying no duplicates.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Similarity uses sentence embeddings when available, with TF-IDF fallback.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Quality checks refined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Attachment evidence requires semantic terms such as attachment, log, or trace.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Jira markup characters ! and [^ are not treated as evidence.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TC validation recognizes only exact TC_&lt;number&gt; identifiers.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Generic words such as test and SW_BUG labels do not create TC false positives.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Complete Python source code with modular validation, analysis, and reporting components.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README with prerequisites, installation, run commands, outputs, and tests.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Excel report with Quality KPI Dataset, Quality KPIs, Selected Ticket, and Similarity Report sheets.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Automated unit tests covering validation rules and duplicate-analysis safeguards.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How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Install dependencies: python -m pip install -r requirements.txt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Run analysis: python main\main.py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Run tests: python -m unittest discover -s tests -v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Generate this deck: python tools\create_presentation.py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The solution provides consistent ticket-quality decisions and transparent review signals.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Mandatory rule violations invalidate tickets; missing information remains visible as warnings.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Duplicate results are chronologically safe and clearly state when analysis cannot be performed.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2743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8282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